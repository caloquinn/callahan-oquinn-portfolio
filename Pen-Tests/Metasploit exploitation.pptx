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8" r:id="rId4"/>
  </p:sldMasterIdLst>
  <p:notesMasterIdLst>
    <p:notesMasterId r:id="rId18"/>
  </p:notesMasterIdLst>
  <p:handoutMasterIdLst>
    <p:handoutMasterId r:id="rId19"/>
  </p:handoutMasterIdLst>
  <p:sldIdLst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0" autoAdjust="0"/>
    <p:restoredTop sz="94660" autoAdjust="0"/>
  </p:normalViewPr>
  <p:slideViewPr>
    <p:cSldViewPr snapToGrid="0">
      <p:cViewPr varScale="1">
        <p:scale>
          <a:sx n="67" d="100"/>
          <a:sy n="67" d="100"/>
        </p:scale>
        <p:origin x="82" y="533"/>
      </p:cViewPr>
      <p:guideLst/>
    </p:cSldViewPr>
  </p:slideViewPr>
  <p:outlineViewPr>
    <p:cViewPr>
      <p:scale>
        <a:sx n="33" d="100"/>
        <a:sy n="33" d="100"/>
      </p:scale>
      <p:origin x="0" y="-82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062343-1E87-D831-3AC8-314A1AEC98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74094-3079-A70C-91BD-AD579A96E8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8839C-76D9-480C-B8AA-442F0498AE5B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7E2D0F-3C22-259C-5EE7-9748FE3FA8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E107B-C4BF-AC5A-CC8E-C9F7E2088E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57048-D7C8-404C-A8EA-8343B2834F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1909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7D6A3-58FC-498D-8FCC-F158510A9658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DD3C7-09A3-4FAE-BEB8-19FEF19260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263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DD3C7-09A3-4FAE-BEB8-19FEF19260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125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160EA64-D806-43AC-9DF2-F8C432F32B4C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45226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41255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44725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95242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7480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A7BF6B-8A27-142B-81A7-3DB0DA7E5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81793" y="1273629"/>
            <a:ext cx="9628415" cy="43107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5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82331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51727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5971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3450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7419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Content below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10D079-59C5-7B8A-E27A-0AAA752CA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81793" y="1273629"/>
            <a:ext cx="9628415" cy="43107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1792" y="1273628"/>
            <a:ext cx="9628415" cy="2288720"/>
          </a:xfrm>
        </p:spPr>
        <p:txBody>
          <a:bodyPr anchor="b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598F9-55EA-465C-92A3-1E6BD42399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650672" y="3657600"/>
            <a:ext cx="6890656" cy="192677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0" indent="0" algn="ctr">
              <a:buNone/>
              <a:defRPr sz="1600"/>
            </a:lvl2pPr>
            <a:lvl3pPr marL="0" indent="0" algn="ctr">
              <a:buNone/>
              <a:defRPr sz="1400"/>
            </a:lvl3pPr>
            <a:lvl4pPr marL="0" indent="0" algn="ctr">
              <a:buNone/>
              <a:defRPr sz="1200"/>
            </a:lvl4pPr>
            <a:lvl5pPr marL="0" indent="0" algn="ctr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31545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CBC3FFE-6B9B-C940-4695-8ECFB61CE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81793" y="1273629"/>
            <a:ext cx="9628415" cy="43107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74629" y="1273628"/>
            <a:ext cx="9635578" cy="4310742"/>
          </a:xfr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7087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160EA64-D806-43AC-9DF2-F8C432F32B4C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90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FC81-ABB0-9AC1-28E3-F15A64F41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792" y="1273627"/>
            <a:ext cx="9628415" cy="2988129"/>
          </a:xfrm>
        </p:spPr>
        <p:txBody>
          <a:bodyPr anchor="ctr"/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4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Assignment 3:</a:t>
            </a:r>
            <a:br>
              <a:rPr lang="en-CA" sz="4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4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Metasploit Attack</a:t>
            </a:r>
            <a:br>
              <a:rPr lang="en-CA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4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ISEC2025</a:t>
            </a:r>
            <a:endParaRPr lang="en-CA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C37EF-B601-3F32-6BCB-2064011C9E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50672" y="4261757"/>
            <a:ext cx="6890656" cy="914400"/>
          </a:xfrm>
        </p:spPr>
        <p:txBody>
          <a:bodyPr/>
          <a:lstStyle/>
          <a:p>
            <a:r>
              <a:rPr lang="en-CA" sz="40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Callahan O’Quinn</a:t>
            </a:r>
            <a:endParaRPr lang="en-CA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4839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6D3FAE-A905-448F-AF7C-9715FC1CF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0140278-1B17-48E7-B642-9C9B3FC14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BFA14D-8E4F-42D4-B5A0-9588A6A45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5" y="321731"/>
            <a:ext cx="11551187" cy="62145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398CD-BB9F-77B1-9DAE-22E578A83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10329671" cy="14996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 dirty="0">
                <a:solidFill>
                  <a:srgbClr val="FFFFFF"/>
                </a:solidFill>
              </a:rPr>
              <a:t>Preamble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0B2B88-1A1B-486B-9366-918FE2E71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AE006-9E2E-AC6A-6EC1-ED919F737EF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24129" y="2286000"/>
            <a:ext cx="10329671" cy="3862971"/>
          </a:xfrm>
        </p:spPr>
        <p:txBody>
          <a:bodyPr vert="horz" lIns="45720" tIns="45720" rIns="45720" bIns="45720" rtlCol="0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 </a:t>
            </a:r>
            <a:r>
              <a:rPr lang="en-CA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took me a while to get a proper connection with metasploitable. I was able to ping the IP address, but it showed all ports were closed. I read that using a bridged connection could solve this, but did not want to risk that (not sure if this fear is valid or not). It took me a bit to figure out that they needed a dedicated NAT network that had to be created, not just selecting ‘NAT’ under connection type for both VMS. Once I created this and configured the VMs network settings for it, I was able to see the open ports. Everything else from here on was smooth sailing. Of course I had to do some digging online about some modules, but I found that information was quite accessible. info -d was a lifesaver too. 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7717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6D3FAE-A905-448F-AF7C-9715FC1CF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16">
            <a:extLst>
              <a:ext uri="{FF2B5EF4-FFF2-40B4-BE49-F238E27FC236}">
                <a16:creationId xmlns:a16="http://schemas.microsoft.com/office/drawing/2014/main" id="{D654DB25-410A-44B7-8058-3193D21EA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AFEBEB-E7DF-4119-99EC-3C2C5F3C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7" y="321731"/>
            <a:ext cx="5688020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4347B-6C70-3618-201E-86B1331F7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1199" y="504590"/>
            <a:ext cx="5997365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dirty="0">
                <a:solidFill>
                  <a:srgbClr val="FFFFFF"/>
                </a:solidFill>
              </a:rPr>
              <a:t>	TASK 1 – Port Scan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25F227-C9F5-44BC-8ECE-188763D85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4" y="321732"/>
            <a:ext cx="5693835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D48EA8-27A5-44B2-8328-8A3EB5F2CC3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562657" y="504589"/>
            <a:ext cx="4867344" cy="57296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45C6AD-7124-A0D1-E87B-48F78D7C7044}"/>
              </a:ext>
            </a:extLst>
          </p:cNvPr>
          <p:cNvSpPr txBox="1"/>
          <p:nvPr/>
        </p:nvSpPr>
        <p:spPr>
          <a:xfrm>
            <a:off x="541867" y="1591733"/>
            <a:ext cx="5194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Used search to find the TCP port scan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Set RHOST to the metasploitbales IP address (forgot to change the port scan range from 1-10000 to 1-500)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By running the module, the SMB ports (139 &amp; 445) appear to be open</a:t>
            </a:r>
          </a:p>
        </p:txBody>
      </p:sp>
    </p:spTree>
    <p:extLst>
      <p:ext uri="{BB962C8B-B14F-4D97-AF65-F5344CB8AC3E}">
        <p14:creationId xmlns:p14="http://schemas.microsoft.com/office/powerpoint/2010/main" val="2649569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AF5988-A9EE-A418-30B0-9A6B38AF5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FE2131-040C-1254-7FC6-4AA8F6E9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16">
            <a:extLst>
              <a:ext uri="{FF2B5EF4-FFF2-40B4-BE49-F238E27FC236}">
                <a16:creationId xmlns:a16="http://schemas.microsoft.com/office/drawing/2014/main" id="{FF22E5C1-6ACB-5FA6-E506-F6CA6D41A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175B1B-CE18-64E0-4524-25E88D803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7" y="321731"/>
            <a:ext cx="5688020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586D46-BFFF-13AF-61D6-2F055E644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2930" y="258285"/>
            <a:ext cx="6823856" cy="11360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dirty="0">
                <a:solidFill>
                  <a:srgbClr val="FFFFFF"/>
                </a:solidFill>
              </a:rPr>
              <a:t>	TASK 1 – SMB VERSION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61B213-1950-37FE-1201-FC541C8E8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4" y="321732"/>
            <a:ext cx="5693835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FA05C2-5CD9-2538-996B-C7A60BAD18C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rcRect/>
          <a:stretch/>
        </p:blipFill>
        <p:spPr>
          <a:xfrm>
            <a:off x="6336624" y="504589"/>
            <a:ext cx="5287685" cy="57296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13A0DB-2B61-24CF-07C1-E6D4C128CDD4}"/>
              </a:ext>
            </a:extLst>
          </p:cNvPr>
          <p:cNvSpPr txBox="1"/>
          <p:nvPr/>
        </p:nvSpPr>
        <p:spPr>
          <a:xfrm>
            <a:off x="231848" y="1521309"/>
            <a:ext cx="5194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Used search to find the TCP port scan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Set RHOST to the metasploitbales IP address (forgot to change the port scan range from 1-10000 to 1-500)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By running the module, the SMB ports (139 &amp; 445) appear to be open</a:t>
            </a:r>
          </a:p>
        </p:txBody>
      </p:sp>
    </p:spTree>
    <p:extLst>
      <p:ext uri="{BB962C8B-B14F-4D97-AF65-F5344CB8AC3E}">
        <p14:creationId xmlns:p14="http://schemas.microsoft.com/office/powerpoint/2010/main" val="1619911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FE257-409D-4CBB-07CF-C21048B3B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236AEF-1433-E57B-82E8-F7C1F8C01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16">
            <a:extLst>
              <a:ext uri="{FF2B5EF4-FFF2-40B4-BE49-F238E27FC236}">
                <a16:creationId xmlns:a16="http://schemas.microsoft.com/office/drawing/2014/main" id="{810FD81A-ABE7-9999-0823-F58AE4445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391AE2-8AB3-6D92-9012-582217F5E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7" y="321731"/>
            <a:ext cx="5688020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40D7E-721A-5EBE-9DCA-B724A673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2930" y="258285"/>
            <a:ext cx="6823856" cy="11360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dirty="0">
                <a:solidFill>
                  <a:srgbClr val="FFFFFF"/>
                </a:solidFill>
              </a:rPr>
              <a:t>	TASK 1 – SMB VERSION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33202E-F0F8-EC74-3375-F6FCF4E5B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4" y="321732"/>
            <a:ext cx="5693835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3C0182-9316-5C29-46FF-CF6861346C9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rcRect/>
          <a:stretch/>
        </p:blipFill>
        <p:spPr>
          <a:xfrm>
            <a:off x="6336624" y="504589"/>
            <a:ext cx="5287685" cy="57296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73D3CE-5230-134F-544A-107F1F06A34E}"/>
              </a:ext>
            </a:extLst>
          </p:cNvPr>
          <p:cNvSpPr txBox="1"/>
          <p:nvPr/>
        </p:nvSpPr>
        <p:spPr>
          <a:xfrm>
            <a:off x="231848" y="1521309"/>
            <a:ext cx="51942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Used </a:t>
            </a:r>
            <a:r>
              <a:rPr lang="en-CA" dirty="0" err="1"/>
              <a:t>searchsploit</a:t>
            </a:r>
            <a:r>
              <a:rPr lang="en-CA" dirty="0"/>
              <a:t> to find exploits for the metasploits OS &amp;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Checked online to see if the first is in Metasploit; it was</a:t>
            </a:r>
          </a:p>
        </p:txBody>
      </p:sp>
    </p:spTree>
    <p:extLst>
      <p:ext uri="{BB962C8B-B14F-4D97-AF65-F5344CB8AC3E}">
        <p14:creationId xmlns:p14="http://schemas.microsoft.com/office/powerpoint/2010/main" val="4177197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F8371-54D7-4A45-799B-C9AD8EA7E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07D350-561A-4F42-E186-F8AC580C0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16">
            <a:extLst>
              <a:ext uri="{FF2B5EF4-FFF2-40B4-BE49-F238E27FC236}">
                <a16:creationId xmlns:a16="http://schemas.microsoft.com/office/drawing/2014/main" id="{02FDFA5F-50A7-5A18-E3D8-24B2FD533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FAD6CA-2C1A-B1BE-731A-EF37E1887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7" y="321731"/>
            <a:ext cx="5688020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A940C5-E9DF-89AA-D37F-B536E4FBB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0780" y="258285"/>
            <a:ext cx="6919554" cy="11360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dirty="0">
                <a:solidFill>
                  <a:srgbClr val="FFFFFF"/>
                </a:solidFill>
              </a:rPr>
              <a:t>	TASK 2 – Exploitation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A2308E-73C2-5E44-B955-D0781790A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4" y="321732"/>
            <a:ext cx="5693835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CF8FEE-DD3A-3EF3-7084-2CCE3142B3D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rcRect/>
          <a:stretch/>
        </p:blipFill>
        <p:spPr>
          <a:xfrm>
            <a:off x="6336624" y="504589"/>
            <a:ext cx="5287685" cy="57296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E69A12-C91E-E5B4-0405-A4030E5684C0}"/>
              </a:ext>
            </a:extLst>
          </p:cNvPr>
          <p:cNvSpPr txBox="1"/>
          <p:nvPr/>
        </p:nvSpPr>
        <p:spPr>
          <a:xfrm>
            <a:off x="231848" y="1521309"/>
            <a:ext cx="5194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Found the selected exploit on Metasploit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Not shown but I made sure it was compatible with metasploits version</a:t>
            </a:r>
          </a:p>
        </p:txBody>
      </p:sp>
    </p:spTree>
    <p:extLst>
      <p:ext uri="{BB962C8B-B14F-4D97-AF65-F5344CB8AC3E}">
        <p14:creationId xmlns:p14="http://schemas.microsoft.com/office/powerpoint/2010/main" val="2565077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8999C5-E639-929F-6DCF-91EC4FCF5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33F41-22CD-05FA-D833-D70EAC523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16">
            <a:extLst>
              <a:ext uri="{FF2B5EF4-FFF2-40B4-BE49-F238E27FC236}">
                <a16:creationId xmlns:a16="http://schemas.microsoft.com/office/drawing/2014/main" id="{A9ED5049-21DB-EAC2-B786-8EFC0E976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8AB20E-52A3-2EDB-EEC5-6716DA4B4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7" y="321731"/>
            <a:ext cx="5688020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30FB2F-BED2-4A16-9596-648E1FA9A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0780" y="258285"/>
            <a:ext cx="6919554" cy="11360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dirty="0">
                <a:solidFill>
                  <a:srgbClr val="FFFFFF"/>
                </a:solidFill>
              </a:rPr>
              <a:t>	TASK 2 – Exploitation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F933EE-70A4-04A1-7D9C-467B155CA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4" y="321732"/>
            <a:ext cx="5693835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8201F9-9D2E-935C-C777-33D9FECC2F1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rcRect/>
          <a:stretch/>
        </p:blipFill>
        <p:spPr>
          <a:xfrm>
            <a:off x="6336624" y="504589"/>
            <a:ext cx="5287685" cy="57296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9FAE86-1F61-9211-88E2-1F2B25BFEBDA}"/>
              </a:ext>
            </a:extLst>
          </p:cNvPr>
          <p:cNvSpPr txBox="1"/>
          <p:nvPr/>
        </p:nvSpPr>
        <p:spPr>
          <a:xfrm>
            <a:off x="594939" y="1347593"/>
            <a:ext cx="5194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Searched to see if there was a </a:t>
            </a:r>
            <a:r>
              <a:rPr lang="en-CA" dirty="0" err="1"/>
              <a:t>meterpreter</a:t>
            </a:r>
            <a:r>
              <a:rPr lang="en-CA" dirty="0"/>
              <a:t> payload, there was not</a:t>
            </a:r>
          </a:p>
        </p:txBody>
      </p:sp>
    </p:spTree>
    <p:extLst>
      <p:ext uri="{BB962C8B-B14F-4D97-AF65-F5344CB8AC3E}">
        <p14:creationId xmlns:p14="http://schemas.microsoft.com/office/powerpoint/2010/main" val="211976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9263D-F90D-208F-3931-EEFBA366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94F872-0600-149A-4170-801E75769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16">
            <a:extLst>
              <a:ext uri="{FF2B5EF4-FFF2-40B4-BE49-F238E27FC236}">
                <a16:creationId xmlns:a16="http://schemas.microsoft.com/office/drawing/2014/main" id="{D1F7600E-7709-D6E1-B567-A14DA5B25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E7E013-3EEE-D43E-58D0-312906312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7" y="321731"/>
            <a:ext cx="5688020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CF4C5-30F9-A724-ACF0-019F1150A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0780" y="258285"/>
            <a:ext cx="6919554" cy="11360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dirty="0">
                <a:solidFill>
                  <a:srgbClr val="FFFFFF"/>
                </a:solidFill>
              </a:rPr>
              <a:t>	TASK 2 – Exploitation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23CF31-AE9F-9C18-7AD5-06EF617C6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4" y="321732"/>
            <a:ext cx="5693835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F18544-46DB-0D6F-D324-35BCFA3C6B8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rcRect/>
          <a:stretch/>
        </p:blipFill>
        <p:spPr>
          <a:xfrm>
            <a:off x="6336624" y="504589"/>
            <a:ext cx="5287685" cy="57296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9D1F61-17B6-6334-523F-397D55C8BD45}"/>
              </a:ext>
            </a:extLst>
          </p:cNvPr>
          <p:cNvSpPr txBox="1"/>
          <p:nvPr/>
        </p:nvSpPr>
        <p:spPr>
          <a:xfrm>
            <a:off x="594939" y="1347593"/>
            <a:ext cx="5194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Ran the module -&gt; shell session was established</a:t>
            </a:r>
          </a:p>
        </p:txBody>
      </p:sp>
    </p:spTree>
    <p:extLst>
      <p:ext uri="{BB962C8B-B14F-4D97-AF65-F5344CB8AC3E}">
        <p14:creationId xmlns:p14="http://schemas.microsoft.com/office/powerpoint/2010/main" val="1175907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51DC8-848A-7B48-1B6E-E2E61089F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E7CBC2-52AD-E7EA-8757-18E1B609F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16">
            <a:extLst>
              <a:ext uri="{FF2B5EF4-FFF2-40B4-BE49-F238E27FC236}">
                <a16:creationId xmlns:a16="http://schemas.microsoft.com/office/drawing/2014/main" id="{299EBFFB-C45A-3D85-06A5-09B311897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D9C3A4-9DC3-9C6A-9CEF-FF602598E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7" y="321731"/>
            <a:ext cx="5688020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48297-89D8-2E07-AC30-45A4C4F9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0780" y="258285"/>
            <a:ext cx="6919554" cy="11360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dirty="0">
                <a:solidFill>
                  <a:srgbClr val="FFFFFF"/>
                </a:solidFill>
              </a:rPr>
              <a:t>	TASK 2 – Exploitation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33E2E8-0909-462C-ED86-FD9D59744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4" y="321732"/>
            <a:ext cx="5693835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18FF5C-57B9-ECDF-B813-2030C432798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rcRect/>
          <a:stretch/>
        </p:blipFill>
        <p:spPr>
          <a:xfrm>
            <a:off x="6336624" y="504589"/>
            <a:ext cx="5287685" cy="57296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BA9B35-CA20-7066-E0AB-F5C72A2265B0}"/>
              </a:ext>
            </a:extLst>
          </p:cNvPr>
          <p:cNvSpPr txBox="1"/>
          <p:nvPr/>
        </p:nvSpPr>
        <p:spPr>
          <a:xfrm>
            <a:off x="594939" y="1347593"/>
            <a:ext cx="5194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Placed session in </a:t>
            </a:r>
            <a:r>
              <a:rPr lang="en-CA" dirty="0" err="1"/>
              <a:t>backgrounf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68453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19391-57A8-3C2B-79D5-C8758CFFD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B019FB-B64C-51C7-7F32-4E1CA443E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16">
            <a:extLst>
              <a:ext uri="{FF2B5EF4-FFF2-40B4-BE49-F238E27FC236}">
                <a16:creationId xmlns:a16="http://schemas.microsoft.com/office/drawing/2014/main" id="{A27A77C9-9E4B-92D8-6795-7E4C26679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7E3899-C20B-A6C0-58CA-F11735317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7" y="321731"/>
            <a:ext cx="5688020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99E583-235C-F89E-6D72-28D74CDC4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548" y="357712"/>
            <a:ext cx="4436544" cy="113607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US" sz="5000" dirty="0">
                <a:solidFill>
                  <a:srgbClr val="FFFFFF"/>
                </a:solidFill>
              </a:rPr>
              <a:t>	TASK 3 </a:t>
            </a:r>
            <a:br>
              <a:rPr lang="en-US" sz="5000" dirty="0">
                <a:solidFill>
                  <a:srgbClr val="FFFFFF"/>
                </a:solidFill>
              </a:rPr>
            </a:br>
            <a:r>
              <a:rPr lang="en-US" sz="5000" dirty="0">
                <a:solidFill>
                  <a:srgbClr val="FFFFFF"/>
                </a:solidFill>
              </a:rPr>
              <a:t>shell upgrade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20CA65-ACDA-BD3A-1163-1666A35AD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4" y="321732"/>
            <a:ext cx="5693835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DF2464-8866-83F9-B76F-53B35AEF48D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rcRect/>
          <a:stretch/>
        </p:blipFill>
        <p:spPr>
          <a:xfrm>
            <a:off x="6336624" y="504589"/>
            <a:ext cx="5287685" cy="57296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0917B6-3D46-ED97-B675-92D61867C40B}"/>
              </a:ext>
            </a:extLst>
          </p:cNvPr>
          <p:cNvSpPr txBox="1"/>
          <p:nvPr/>
        </p:nvSpPr>
        <p:spPr>
          <a:xfrm>
            <a:off x="535181" y="1593870"/>
            <a:ext cx="5194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Did some research and found this post-</a:t>
            </a:r>
            <a:r>
              <a:rPr lang="en-CA" dirty="0" err="1"/>
              <a:t>exploiation</a:t>
            </a:r>
            <a:r>
              <a:rPr lang="en-CA" dirty="0"/>
              <a:t> module that upgrades the shell to </a:t>
            </a:r>
            <a:r>
              <a:rPr lang="en-CA" dirty="0" err="1"/>
              <a:t>meterpreter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Configured required options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Ran the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Second session with </a:t>
            </a:r>
            <a:r>
              <a:rPr lang="en-CA" dirty="0" err="1"/>
              <a:t>meterpreter</a:t>
            </a:r>
            <a:r>
              <a:rPr lang="en-CA" dirty="0"/>
              <a:t> was established</a:t>
            </a:r>
          </a:p>
        </p:txBody>
      </p:sp>
    </p:spTree>
    <p:extLst>
      <p:ext uri="{BB962C8B-B14F-4D97-AF65-F5344CB8AC3E}">
        <p14:creationId xmlns:p14="http://schemas.microsoft.com/office/powerpoint/2010/main" val="46786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11AA86-76D8-1F4C-6F2A-0B014347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0EA7EC-6B6F-C8F0-9F9A-C3A9B9DA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16">
            <a:extLst>
              <a:ext uri="{FF2B5EF4-FFF2-40B4-BE49-F238E27FC236}">
                <a16:creationId xmlns:a16="http://schemas.microsoft.com/office/drawing/2014/main" id="{A64E3A40-A25E-8CB3-24AB-5C124FEDC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C340DD-EA40-C5D4-5C74-434A12F63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7" y="321731"/>
            <a:ext cx="5688020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71B4F-ED35-33AB-61DE-703BB501D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548" y="357712"/>
            <a:ext cx="4436544" cy="113607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US" sz="5000" dirty="0">
                <a:solidFill>
                  <a:srgbClr val="FFFFFF"/>
                </a:solidFill>
              </a:rPr>
              <a:t>	TASK 3 </a:t>
            </a:r>
            <a:br>
              <a:rPr lang="en-US" sz="5000" dirty="0">
                <a:solidFill>
                  <a:srgbClr val="FFFFFF"/>
                </a:solidFill>
              </a:rPr>
            </a:br>
            <a:r>
              <a:rPr lang="en-US" sz="5000" dirty="0">
                <a:solidFill>
                  <a:srgbClr val="FFFFFF"/>
                </a:solidFill>
              </a:rPr>
              <a:t>OS INFORMATION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21023-80B2-F5D7-513B-BD7C09E2B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4" y="321732"/>
            <a:ext cx="5693835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A20E78-3141-1BF5-1BDE-79C15971264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rcRect/>
          <a:stretch/>
        </p:blipFill>
        <p:spPr>
          <a:xfrm>
            <a:off x="6336624" y="504589"/>
            <a:ext cx="5287685" cy="57296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1DD4F7-9866-7E56-8C53-93FB3B18FD44}"/>
              </a:ext>
            </a:extLst>
          </p:cNvPr>
          <p:cNvSpPr txBox="1"/>
          <p:nvPr/>
        </p:nvSpPr>
        <p:spPr>
          <a:xfrm>
            <a:off x="535181" y="1593870"/>
            <a:ext cx="5194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Opened the </a:t>
            </a:r>
            <a:r>
              <a:rPr lang="en-CA" dirty="0" err="1"/>
              <a:t>meterpreter</a:t>
            </a:r>
            <a:r>
              <a:rPr lang="en-CA" dirty="0"/>
              <a:t> session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Ran ‘</a:t>
            </a:r>
            <a:r>
              <a:rPr lang="en-CA" dirty="0" err="1"/>
              <a:t>sysinfo</a:t>
            </a:r>
            <a:r>
              <a:rPr lang="en-CA" dirty="0"/>
              <a:t>’ to find the OS, hostname, etc.</a:t>
            </a:r>
          </a:p>
        </p:txBody>
      </p:sp>
    </p:spTree>
    <p:extLst>
      <p:ext uri="{BB962C8B-B14F-4D97-AF65-F5344CB8AC3E}">
        <p14:creationId xmlns:p14="http://schemas.microsoft.com/office/powerpoint/2010/main" val="3083446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E75D5-5676-2DE6-7628-ED7E0935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F564DA-C795-126D-A378-FC83D322B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16">
            <a:extLst>
              <a:ext uri="{FF2B5EF4-FFF2-40B4-BE49-F238E27FC236}">
                <a16:creationId xmlns:a16="http://schemas.microsoft.com/office/drawing/2014/main" id="{7AC6AF7B-5DA0-1E74-B95C-2038A6BB5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B5634-D20D-5C43-434D-936B2F993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7" y="321731"/>
            <a:ext cx="5688020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21F56-7DB1-9E14-FC35-98A35E6C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691" y="205496"/>
            <a:ext cx="4764092" cy="113607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US" sz="5000" dirty="0">
                <a:solidFill>
                  <a:srgbClr val="FFFFFF"/>
                </a:solidFill>
              </a:rPr>
              <a:t>	TASK 3 - Hashes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98AE5D-2219-0F2A-6CEA-C27D56DF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4" y="321732"/>
            <a:ext cx="5693835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C37CF8-95F3-C7C5-C83B-4A209945F57A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rcRect/>
          <a:stretch/>
        </p:blipFill>
        <p:spPr>
          <a:xfrm>
            <a:off x="6336624" y="504589"/>
            <a:ext cx="5287685" cy="57296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18C4C3-DF08-2668-AEF7-969ECF743327}"/>
              </a:ext>
            </a:extLst>
          </p:cNvPr>
          <p:cNvSpPr txBox="1"/>
          <p:nvPr/>
        </p:nvSpPr>
        <p:spPr>
          <a:xfrm>
            <a:off x="535181" y="1593870"/>
            <a:ext cx="5194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Found a post-</a:t>
            </a:r>
            <a:r>
              <a:rPr lang="en-CA" dirty="0" err="1"/>
              <a:t>exploiation</a:t>
            </a:r>
            <a:r>
              <a:rPr lang="en-CA" dirty="0"/>
              <a:t> module that dumps the hashes from a </a:t>
            </a:r>
            <a:r>
              <a:rPr lang="en-CA" dirty="0" err="1"/>
              <a:t>linux</a:t>
            </a:r>
            <a:r>
              <a:rPr lang="en-CA" dirty="0"/>
              <a:t> host using ‘search </a:t>
            </a:r>
            <a:r>
              <a:rPr lang="en-CA" dirty="0" err="1"/>
              <a:t>hashdump</a:t>
            </a:r>
            <a:r>
              <a:rPr lang="en-CA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3206649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42AEE-178C-0A85-FEFF-9902C6B0B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38A5D2-A619-8693-F22F-DF9BC852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16">
            <a:extLst>
              <a:ext uri="{FF2B5EF4-FFF2-40B4-BE49-F238E27FC236}">
                <a16:creationId xmlns:a16="http://schemas.microsoft.com/office/drawing/2014/main" id="{C9D9C3EC-572D-6010-2A7A-43D66C843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04947C-84EC-01BC-434D-404D36335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7" y="321731"/>
            <a:ext cx="5688020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B38631-1A4E-B97E-CD94-95D91A4EF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691" y="205496"/>
            <a:ext cx="4764092" cy="113607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US" sz="5000" dirty="0">
                <a:solidFill>
                  <a:srgbClr val="FFFFFF"/>
                </a:solidFill>
              </a:rPr>
              <a:t>	TASK 3 - Hashes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0146CF-DC83-B4A9-2DA1-1E846518E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4" y="321732"/>
            <a:ext cx="5693835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8DD4A1-F807-4749-5D88-79BF5F8AA8B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rcRect/>
          <a:stretch/>
        </p:blipFill>
        <p:spPr>
          <a:xfrm>
            <a:off x="6336624" y="504589"/>
            <a:ext cx="5287685" cy="57296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409118-E901-35D5-2B2B-FBF65B2F90C2}"/>
              </a:ext>
            </a:extLst>
          </p:cNvPr>
          <p:cNvSpPr txBox="1"/>
          <p:nvPr/>
        </p:nvSpPr>
        <p:spPr>
          <a:xfrm>
            <a:off x="535181" y="1593870"/>
            <a:ext cx="5194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Configured the options for the </a:t>
            </a:r>
            <a:r>
              <a:rPr lang="en-CA" dirty="0" err="1"/>
              <a:t>hashdump</a:t>
            </a:r>
            <a:r>
              <a:rPr lang="en-CA" dirty="0"/>
              <a:t>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Ran the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Hashdump</a:t>
            </a:r>
            <a:r>
              <a:rPr lang="en-CA" dirty="0"/>
              <a:t> provided the usernames and hashes</a:t>
            </a:r>
          </a:p>
        </p:txBody>
      </p:sp>
    </p:spTree>
    <p:extLst>
      <p:ext uri="{BB962C8B-B14F-4D97-AF65-F5344CB8AC3E}">
        <p14:creationId xmlns:p14="http://schemas.microsoft.com/office/powerpoint/2010/main" val="2271144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87950B-7264-498B-AD2D-BDFFD8C50D3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7325A54-5CF7-416F-8A97-35E0F39B00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6AC4AB8-A945-4C34-9009-FFE8C295A50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93</TotalTime>
  <Words>464</Words>
  <Application>Microsoft Office PowerPoint</Application>
  <PresentationFormat>Widescreen</PresentationFormat>
  <Paragraphs>43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Tw Cen MT</vt:lpstr>
      <vt:lpstr>Tw Cen MT Condensed</vt:lpstr>
      <vt:lpstr>Wingdings 3</vt:lpstr>
      <vt:lpstr>Integral</vt:lpstr>
      <vt:lpstr>Assignment 3:  Metasploit Attack ISEC2025</vt:lpstr>
      <vt:lpstr>Preamble</vt:lpstr>
      <vt:lpstr> TASK 1 – Port Scan</vt:lpstr>
      <vt:lpstr> TASK 1 – SMB VERSION</vt:lpstr>
      <vt:lpstr> TASK 1 – SMB VERSION</vt:lpstr>
      <vt:lpstr> TASK 2 – Exploitation</vt:lpstr>
      <vt:lpstr> TASK 2 – Exploitation</vt:lpstr>
      <vt:lpstr> TASK 2 – Exploitation</vt:lpstr>
      <vt:lpstr> TASK 2 – Exploitation</vt:lpstr>
      <vt:lpstr> TASK 3  shell upgrade</vt:lpstr>
      <vt:lpstr> TASK 3  OS INFORMATION</vt:lpstr>
      <vt:lpstr> TASK 3 - Hashes</vt:lpstr>
      <vt:lpstr> TASK 3 - Hashes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O’Quinn,Callahan</dc:creator>
  <cp:lastModifiedBy>O’Quinn,Callahan</cp:lastModifiedBy>
  <cp:revision>2</cp:revision>
  <dcterms:created xsi:type="dcterms:W3CDTF">2025-03-20T13:11:35Z</dcterms:created>
  <dcterms:modified xsi:type="dcterms:W3CDTF">2025-03-21T01:13:21Z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