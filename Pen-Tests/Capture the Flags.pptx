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ink/ink1.xml" ContentType="application/inkml+xml"/>
  <Override PartName="/ppt/theme/themeOverride3.xml" ContentType="application/vnd.openxmlformats-officedocument.themeOverride+xml"/>
  <Override PartName="/ppt/ink/ink2.xml" ContentType="application/inkml+xml"/>
  <Override PartName="/ppt/theme/themeOverride4.xml" ContentType="application/vnd.openxmlformats-officedocument.themeOverride+xml"/>
  <Override PartName="/ppt/ink/ink3.xml" ContentType="application/inkml+xml"/>
  <Override PartName="/ppt/ink/ink4.xml" ContentType="application/inkml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ink/ink5.xml" ContentType="application/inkml+xml"/>
  <Override PartName="/ppt/theme/themeOverride7.xml" ContentType="application/vnd.openxmlformats-officedocument.themeOverride+xml"/>
  <Override PartName="/ppt/ink/ink6.xml" ContentType="application/inkml+xml"/>
  <Override PartName="/ppt/theme/themeOverride8.xml" ContentType="application/vnd.openxmlformats-officedocument.themeOverride+xml"/>
  <Override PartName="/ppt/ink/ink7.xml" ContentType="application/inkml+xml"/>
  <Override PartName="/ppt/theme/themeOverride9.xml" ContentType="application/vnd.openxmlformats-officedocument.themeOverride+xml"/>
  <Override PartName="/ppt/ink/ink8.xml" ContentType="application/inkml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ink/ink9.xml" ContentType="application/inkml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19" autoAdjust="0"/>
  </p:normalViewPr>
  <p:slideViewPr>
    <p:cSldViewPr snapToGrid="0">
      <p:cViewPr varScale="1">
        <p:scale>
          <a:sx n="57" d="100"/>
          <a:sy n="57" d="100"/>
        </p:scale>
        <p:origin x="96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8:27:42.9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2372 24575,'4'0'0,"16"-1"0,0 2 0,34 5 0,-45-4 0,-1 0 0,0 1 0,0 0 0,0 0 0,-1 1 0,1 0 0,-1 0 0,0 1 0,8 7 0,17 15 0,-2 2 0,-1 1 0,-2 1 0,41 60 0,76 151 0,-95-154 0,-47-85 0,1 3 0,1 1 0,0-1 0,0 0 0,1 0 0,-1-1 0,9 9 0,-12-14 0,0 1 0,-1-1 0,1 1 0,0-1 0,0 1 0,-1-1 0,1 0 0,0 1 0,0-1 0,0 0 0,-1 0 0,1 0 0,0 1 0,0-1 0,0 0 0,0 0 0,0 0 0,0 0 0,-1-1 0,1 1 0,0 0 0,0 0 0,0 0 0,1-1 0,0-1 0,0 1 0,0-1 0,0 0 0,-1 0 0,1 1 0,-1-1 0,1 0 0,-1 0 0,0-1 0,1 1 0,-1 0 0,0 0 0,1-4 0,50-156 0,-31 92 0,37-88 0,67-76 0,71-75-348,550-673-2916,86 67 1633,-682 763-1317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8:27:47.6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2114 24575,'8'0'0,"1"1"0,0 1 0,-1-1 0,0 1 0,1 1 0,-1 0 0,0 0 0,0 0 0,-1 1 0,1 0 0,10 8 0,8 8 0,41 37 0,-40-31 0,10 7 0,-1 3 0,-2 0 0,-2 3 0,-1 0 0,36 62 0,-65-96 0,0-1 0,0 1 0,1-1 0,-1 0 0,1 0 0,0-1 0,0 1 0,0 0 0,0-1 0,6 5 0,-8-8 0,0 1 0,0-1 0,-1 0 0,1 0 0,0 1 0,0-1 0,0 0 0,0 0 0,0 0 0,0 0 0,0 0 0,0 0 0,-1 0 0,1 0 0,0 0 0,0 0 0,0-1 0,0 1 0,0 0 0,0-1 0,0 0 0,2-1 0,0 0 0,0 0 0,0 0 0,-1 0 0,1-1 0,-1 1 0,0-1 0,3-4 0,26-41 0,-3 0 0,-2-2 0,19-53 0,17-33 0,33-42-280,8 5 0,156-200 0,286-290-561,-277 367 1104,50-61-1611,-205 221-4077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8:27:50.5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1 980 24575,'21'0'0,"-12"-1"0,1 0 0,-1 1 0,1 0 0,-1 1 0,0 0 0,1 0 0,-1 1 0,0 0 0,0 1 0,0 0 0,0 0 0,0 1 0,-1 0 0,1 1 0,7 5 0,5 9 0,-1 0 0,-1 1 0,-1 1 0,0 0 0,-2 2 0,0 0 0,-2 0 0,20 46 0,0 13 0,30 116 0,-64-196 0,1 1 0,0-1 0,-1 1 0,1-1 0,0 1 0,0-1 0,0 1 0,0-1 0,1 0 0,-1 0 0,1 1 0,-1-1 0,1 0 0,0 0 0,0-1 0,0 1 0,0 0 0,2 1 0,-1-3 0,-1 0 0,0 0 0,0 0 0,0-1 0,0 1 0,0-1 0,0 1 0,0-1 0,0 0 0,0 0 0,0 0 0,0 0 0,0 0 0,0 0 0,0-1 0,-1 1 0,1-1 0,-1 1 0,1-1 0,-1 1 0,1-1 0,-1 0 0,0 0 0,1-2 0,47-62 0,-4-2 0,51-104 0,1-1 0,-26 65 30,4 3 0,5 4 0,106-105 0,300-237-1515,-356 335-5341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8:27:52.0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1712 24575,'39'29'0,"-31"-24"0,-1 0 0,1 0 0,-1 1 0,10 10 0,2 10 0,-1 0 0,-1 1 0,-2 1 0,16 39 0,0-3 0,211 383 0,-190-339 0,-42-90 0,-10-18 0,0 0 0,0 0 0,0 0 0,1 0 0,-1 0 0,0 0 0,0 0 0,0 0 0,0 0 0,1 0 0,-1 0 0,0 0 0,0 0 0,0 0 0,0 0 0,1 0 0,-1 0 0,0 0 0,0 0 0,0 0 0,0 0 0,0-1 0,1 1 0,-1 0 0,0 0 0,0 0 0,0 0 0,0 0 0,0 0 0,0 0 0,1-1 0,-1 1 0,0 0 0,0 0 0,0 0 0,0 0 0,0 0 0,0-1 0,0 1 0,0 0 0,0 0 0,0 0 0,0 0 0,0-1 0,0 1 0,0 0 0,0 0 0,0 0 0,0 0 0,0-1 0,2-40 0,-2 36 0,2-100-12,5 1 0,32-168-1,-3 114 57,58-161-1,286-590-606,-361 867 481,188-402-1284,-120 259-4864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8:27:56.1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1271 24575,'13'0'0,"-1"0"0,0 1 0,1 1 0,-1 0 0,0 1 0,0 0 0,0 1 0,-1 0 0,1 1 0,-1 0 0,14 10 0,-11-6 0,0 2 0,-1 0 0,-1 0 0,0 1 0,-1 1 0,0 0 0,15 24 0,43 78 0,-67-111 0,0 0 0,0 0 0,0 0 0,0 0 0,1-1 0,-1 1 0,1-1 0,0 1 0,0-1 0,1 0 0,-1 0 0,0-1 0,1 1 0,0-1 0,0 1 0,-1-1 0,1 0 0,1-1 0,-1 1 0,0-1 0,0 0 0,0 0 0,1 0 0,-1 0 0,1-1 0,-1 0 0,0 0 0,1 0 0,-1 0 0,8-2 0,20-2 0,1-1 0,-1-1 0,51-18 0,112-49 0,-175 65 0,1172-480-2575,-679 286 486,1041-428 1052,-1164 460-1453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8:28:00.4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1608 24575,'1'2'0,"-1"1"0,1-1 0,0 1 0,0-1 0,0 0 0,0 0 0,0 0 0,1 1 0,-1-1 0,1 0 0,-1-1 0,1 1 0,0 0 0,0 0 0,2 1 0,9 11 0,-2 0 0,-1 1 0,-1 1 0,0 0 0,-1 0 0,8 23 0,25 95 0,-21-63 0,155 648 0,-165-676 0,-10-43 0,0 0 0,0 1 0,0-1 0,0 0 0,0 0 0,0 1 0,0-1 0,0 0 0,0 1 0,0-1 0,0 0 0,1 0 0,-1 1 0,0-1 0,0 0 0,0 1 0,0-1 0,1 0 0,-1 0 0,0 0 0,0 1 0,0-1 0,1 0 0,-1 0 0,0 0 0,0 1 0,1-1 0,-1 0 0,0 0 0,1 0 0,-1 0 0,0 0 0,0 0 0,1 0 0,-1 0 0,0 0 0,1 0 0,-1 0 0,0 0 0,1 0 0,-1 0 0,0 0 0,0 0 0,1 0 0,-1 0 0,0 0 0,1 0 0,-1 0 0,0 0 0,0-1 0,1 1 0,-1 0 0,0 0 0,0 0 0,1-1 0,-1 1 0,0 0 0,0 0 0,0 0 0,1-1 0,-1 1 0,0 0 0,0-1 0,9-11 0,-1 0 0,-1-1 0,0 0 0,10-27 0,8-16 0,44-74-162,6 2 0,5 4 0,6 4 0,118-129 0,448-399-648,-225 281-646,555-364 1,-833 632-2205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8:28:04.0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3391 24575,'13'-1'0,"1"1"0,-1 0 0,1 1 0,-1 1 0,0 0 0,0 1 0,0 0 0,0 1 0,0 1 0,-1 0 0,1 0 0,-1 1 0,-1 1 0,1 0 0,12 10 0,6 10 0,-2 0 0,0 2 0,44 60 0,60 112 0,-89-133 0,39 63 0,401 595 0,-448-682 0,-35-44 0,0 1 0,0-1 0,1 1 0,-1-1 0,0 1 0,1-1 0,-1 1 0,0-1 0,1 1 0,-1-1 0,1 1 0,-1-1 0,1 0 0,-1 1 0,1-1 0,-1 0 0,1 1 0,-1-1 0,1 0 0,-1 0 0,1 0 0,0 1 0,-1-1 0,1 0 0,-1 0 0,1 0 0,0 0 0,-1 0 0,1 0 0,-1 0 0,1 0 0,0 0 0,-1-1 0,1 1 0,-1 0 0,1 0 0,0 0 0,-1-1 0,1 1 0,-1 0 0,1-1 0,-1 1 0,1 0 0,-1-1 0,1 1 0,-1 0 0,0-1 0,1 0 0,7-33 0,-7-27 0,-14-115 0,1 41 0,5-91-379,9-1-1,11 1 1,9 1 0,10 1-1,100-363 1,-58 347 41,10 4 0,11 3 0,9 5 1,258-411-1,229-154-2173,-333 482 796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8:28:07.8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2933 24575,'1'5'0,"1"0"0,-1-1 0,1 1 0,0 0 0,0-1 0,0 0 0,1 1 0,-1-1 0,1 0 0,0 0 0,0 0 0,1-1 0,-1 1 0,6 3 0,7 11 0,577 790 0,-439-597 0,-152-208 0,0-1 0,0 1 0,0-1 0,0 0 0,0 0 0,1 0 0,-1 0 0,1 0 0,3 2 0,-5-4 0,0 0 0,0 1 0,0-1 0,-1 0 0,1 0 0,0 0 0,0 1 0,0-1 0,0 0 0,0 0 0,0 0 0,0-1 0,-1 1 0,1 0 0,0 0 0,0 0 0,0-1 0,0 1 0,-1 0 0,1-1 0,0 1 0,1-2 0,2-2 0,0 0 0,-1-1 0,0 1 0,0-1 0,0 0 0,-1 0 0,1 0 0,-1 0 0,0 0 0,1-7 0,15-41 0,34-98 0,91-188 0,2 65-907,186-262-1,243-246-276,699-675-2316,-886 1050 1808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8:28:12.0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2319 24575,'6'1'0,"-1"-1"0,0 2 0,0-1 0,0 0 0,1 1 0,-2 0 0,1 0 0,0 1 0,0-1 0,-1 1 0,1 0 0,-1 0 0,0 0 0,7 8 0,6 6 0,26 36 0,-40-50 0,114 177 0,-63-91 0,51 86 0,30 48 0,-131-218 0,-1 0 0,0 0 0,1 0 0,0 0 0,0 0 0,1-1 0,-1 0 0,1 0 0,0 0 0,6 3 0,-9-6 0,-1 0 0,1-1 0,-1 0 0,1 1 0,0-1 0,-1 0 0,1 0 0,0 0 0,-1 0 0,1 0 0,0 0 0,-1 0 0,1 0 0,0-1 0,-1 1 0,1-1 0,1 0 0,1-1 0,-1 0 0,1 0 0,-1-1 0,1 1 0,-1-1 0,0 0 0,0 0 0,-1 0 0,5-6 0,80-123 0,-7 8 0,86-100 0,39-19-816,11 9-1,253-213 0,618-380-3051,57 120 2392,-830 527 1079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3T18:22:00.8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2959 43,'-1'-2,"1"0,-1 1,1-1,-1 0,0 0,0 1,0-1,0 1,0-1,0 1,0-1,0 1,0 0,-1 0,1-1,-1 1,1 0,-1 0,1 0,-1 0,0 1,1-1,-1 0,0 1,0-1,1 1,-3-1,-55-7,26 10,1 1,0 2,-56 16,-29 5,-319 10,-6-38,158-1,177 2,-140 3,-25 34,-293-24,532-11,-1 1,-62 13,52-6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3T18:22:02.5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1561 0,'-12'1,"0"1,0 0,1 0,-1 1,-15 6,-32 8,-36-7,1-4,-128-8,81-1,-685 2,789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8:28:15.8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2136 24575,'1'2'0,"0"0"0,-1 0 0,1 0 0,0 0 0,0 0 0,0 0 0,0-1 0,0 1 0,1 0 0,-1-1 0,0 1 0,1-1 0,0 1 0,-1-1 0,1 0 0,0 0 0,-1 1 0,1-1 0,0 0 0,2 0 0,16 13 0,162 160 0,-156-144 0,-2 0 0,0 1 0,-2 2 0,27 53 0,82 161 0,-32-65 0,-92-168 0,0 0 0,1-1 0,0 1 0,2-2 0,18 23 0,-27-34 0,1 0 0,-1 0 0,0 0 0,0 0 0,0 0 0,0 0 0,1 0 0,-1 0 0,1-1 0,-1 1 0,0 0 0,1-1 0,-1 1 0,1-1 0,-1 0 0,1 1 0,-1-1 0,1 0 0,0 0 0,-1 0 0,1 0 0,-1 0 0,1 0 0,-1-1 0,1 1 0,-1 0 0,1-1 0,-1 1 0,1-1 0,-1 1 0,1-1 0,-1 0 0,0 0 0,1 0 0,-1 0 0,2-2 0,3-4 0,0 0 0,0-1 0,0 0 0,-1 0 0,5-12 0,0 2 0,34-59 0,4 1 0,3 3 0,3 2 0,83-83 0,143-113-433,75-38-1299,83-34 671,125-61-1449,747-477 1578,-717 492-591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8:30:43.3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customXml" Target="../ink/ink1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customXml" Target="../ink/ink4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11.png"/><Relationship Id="rId5" Type="http://schemas.openxmlformats.org/officeDocument/2006/relationships/customXml" Target="../ink/ink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6.xml"/><Relationship Id="rId6" Type="http://schemas.openxmlformats.org/officeDocument/2006/relationships/customXml" Target="../ink/ink5.xml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18.png"/><Relationship Id="rId5" Type="http://schemas.openxmlformats.org/officeDocument/2006/relationships/customXml" Target="../ink/ink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8.xml"/><Relationship Id="rId6" Type="http://schemas.openxmlformats.org/officeDocument/2006/relationships/customXml" Target="../ink/ink7.xml"/><Relationship Id="rId5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23.png"/><Relationship Id="rId5" Type="http://schemas.openxmlformats.org/officeDocument/2006/relationships/customXml" Target="../ink/ink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2.xml"/><Relationship Id="rId6" Type="http://schemas.openxmlformats.org/officeDocument/2006/relationships/image" Target="../media/image27.png"/><Relationship Id="rId5" Type="http://schemas.openxmlformats.org/officeDocument/2006/relationships/customXml" Target="../ink/ink9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12" Type="http://schemas.openxmlformats.org/officeDocument/2006/relationships/image" Target="../media/image33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4.xml"/><Relationship Id="rId6" Type="http://schemas.openxmlformats.org/officeDocument/2006/relationships/customXml" Target="../ink/ink11.xml"/><Relationship Id="rId11" Type="http://schemas.openxmlformats.org/officeDocument/2006/relationships/customXml" Target="../ink/ink13.xml"/><Relationship Id="rId5" Type="http://schemas.openxmlformats.org/officeDocument/2006/relationships/image" Target="../media/image30.png"/><Relationship Id="rId10" Type="http://schemas.openxmlformats.org/officeDocument/2006/relationships/image" Target="../media/image32.png"/><Relationship Id="rId4" Type="http://schemas.openxmlformats.org/officeDocument/2006/relationships/customXml" Target="../ink/ink10.xml"/><Relationship Id="rId9" Type="http://schemas.openxmlformats.org/officeDocument/2006/relationships/customXml" Target="../ink/ink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ptos" panose="020B0004020202020204" pitchFamily="34" charset="0"/>
              </a:rPr>
              <a:t>ISEC 2025 </a:t>
            </a:r>
            <a:br>
              <a:rPr lang="en-US" sz="6000" dirty="0">
                <a:latin typeface="Aptos" panose="020B0004020202020204" pitchFamily="34" charset="0"/>
              </a:rPr>
            </a:br>
            <a:r>
              <a:rPr lang="en-US" sz="6000" dirty="0">
                <a:latin typeface="Aptos" panose="020B0004020202020204" pitchFamily="34" charset="0"/>
              </a:rPr>
              <a:t>Final 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Callahan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o’quinn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76CB32-901A-4DA0-AA8A-9A7B5A88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1" y="474144"/>
            <a:ext cx="3926114" cy="161156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Flag: Show open ports &amp; services running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797" y="2250460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1DF1D-E4E9-CD57-121B-41888A33D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2257" y="2407436"/>
            <a:ext cx="3690257" cy="3461658"/>
          </a:xfrm>
        </p:spPr>
        <p:txBody>
          <a:bodyPr vert="horz" lIns="0" tIns="45720" rIns="0" bIns="45720" rtlCol="0">
            <a:norm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Found ports &amp; services running for the target by doing an nmap scan of the network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DF6DA4-8ADF-CE0F-8E49-55537C6393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1" b="1781"/>
          <a:stretch/>
        </p:blipFill>
        <p:spPr>
          <a:xfrm>
            <a:off x="4738917" y="1608668"/>
            <a:ext cx="6909801" cy="43458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01B41C-15FF-E23D-E923-029C44A41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378" y="688420"/>
            <a:ext cx="5144218" cy="628738"/>
          </a:xfrm>
          <a:prstGeom prst="rect">
            <a:avLst/>
          </a:prstGeom>
        </p:spPr>
      </p:pic>
      <p:pic>
        <p:nvPicPr>
          <p:cNvPr id="13" name="Graphic 12" descr="Flag with solid fill">
            <a:extLst>
              <a:ext uri="{FF2B5EF4-FFF2-40B4-BE49-F238E27FC236}">
                <a16:creationId xmlns:a16="http://schemas.microsoft.com/office/drawing/2014/main" id="{D2BF36DC-A603-E88B-4EC0-B58D2B51C6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10386" y="3337560"/>
            <a:ext cx="1502013" cy="15020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960E33B-D268-4A13-19D2-31C4A8DF2352}"/>
                  </a:ext>
                </a:extLst>
              </p14:cNvPr>
              <p14:cNvContentPartPr/>
              <p14:nvPr/>
            </p14:nvContentPartPr>
            <p14:xfrm>
              <a:off x="9431427" y="2888787"/>
              <a:ext cx="1017360" cy="1085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960E33B-D268-4A13-19D2-31C4A8DF235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13787" y="2871147"/>
                <a:ext cx="1053000" cy="112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3CB04C-2C88-EEA1-0508-B645804B8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A23088-44B4-E0E9-DF15-0E63B5E8A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DB1EF6-F705-1169-605D-86A77AF26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398F08F-B0F7-94AC-826F-CF7DBDA48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8EF33-4304-3E57-28FF-DEB2E98A3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1" y="474144"/>
            <a:ext cx="3926114" cy="161156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Flag: Gain root access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668EE9-886C-2609-BF9D-F461C146F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797" y="2250460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DBB19-4BBD-353D-D25E-528A34109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2257" y="2407436"/>
            <a:ext cx="3690257" cy="3461658"/>
          </a:xfrm>
        </p:spPr>
        <p:txBody>
          <a:bodyPr vert="horz" lIns="0" tIns="45720" rIns="0" bIns="45720" rtlCol="0">
            <a:norm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the scanner/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smb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smb_version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module to identify what OS version the target was running (Samba 3.0.2)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Searched for Samba 3.0.2 modules, used multi/samba/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usermap_script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establish a shell connection to the target and gain root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0AE52C-D55A-2D9A-D26F-ECF303898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EC92C7-0A2A-EC77-CE80-2A91D727D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957" y="474144"/>
            <a:ext cx="7092250" cy="53300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D2F5AF-49CE-34DC-41E2-A26B8A9FA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2550" y="4138265"/>
            <a:ext cx="1505843" cy="14997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1AC580D-C464-EB6F-D90D-0D33B1FE6E27}"/>
                  </a:ext>
                </a:extLst>
              </p14:cNvPr>
              <p14:cNvContentPartPr/>
              <p14:nvPr/>
            </p14:nvContentPartPr>
            <p14:xfrm>
              <a:off x="8923827" y="3675387"/>
              <a:ext cx="878400" cy="932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1AC580D-C464-EB6F-D90D-0D33B1FE6E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06187" y="3657387"/>
                <a:ext cx="914040" cy="96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314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9BEF8-C3B8-950E-B443-0492C8264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9E66B-87DE-28C6-D7F8-B19918399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Flags: exfiltrate confidential.txt and identify its sha256 hash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504F2-6ADF-1B3C-7595-84B0DDC0A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>
            <a:normAutofit/>
          </a:bodyPr>
          <a:lstStyle/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Easily located confidential.txt by using ls (it was in /home/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mastudent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– I stumbled upon it quickly by browsing, but I’m sure there's more efficient ways to comb through the target's files</a:t>
            </a:r>
          </a:p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cat to check the files delicious contents</a:t>
            </a:r>
          </a:p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sha256sum on the file to reveal its hash (highlighted) 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7870BEC-F587-4580-6D40-398208E73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288" y="643466"/>
            <a:ext cx="6830877" cy="5225621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18938D-E94D-4E4C-3B18-8174A0519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863" y="1969791"/>
            <a:ext cx="1505843" cy="14997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6F6D01-F212-5235-4F5B-015A0B789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8093" y="3528109"/>
            <a:ext cx="1505843" cy="14997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8D6FACE-B340-78D7-F8DE-812800CF93F6}"/>
                  </a:ext>
                </a:extLst>
              </p14:cNvPr>
              <p14:cNvContentPartPr/>
              <p14:nvPr/>
            </p14:nvContentPartPr>
            <p14:xfrm>
              <a:off x="8313987" y="2051427"/>
              <a:ext cx="661680" cy="568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8D6FACE-B340-78D7-F8DE-812800CF93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96347" y="2033427"/>
                <a:ext cx="697320" cy="6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8BF851E-3CBC-C8CE-A091-ACB1F67F144F}"/>
                  </a:ext>
                </a:extLst>
              </p14:cNvPr>
              <p14:cNvContentPartPr/>
              <p14:nvPr/>
            </p14:nvContentPartPr>
            <p14:xfrm>
              <a:off x="10532307" y="3261387"/>
              <a:ext cx="504000" cy="9324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8BF851E-3CBC-C8CE-A091-ACB1F67F144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14307" y="3243387"/>
                <a:ext cx="539640" cy="96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9571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1F53D-B2AC-A0BF-8F16-4346F9D6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32E82F5-4D6B-2F92-524B-3D552E07B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8532C8-DC38-6B83-9454-05BEBB23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981F9DE-4CC5-6F79-03A7-D924C3BF8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5270E-2C08-3F64-372E-32CB2E951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Flag: read contents of supersecret file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8621234-4D39-EC36-4F0D-9F7823E10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DB98C-539A-73CE-65CE-D835EE978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>
            <a:normAutofit/>
          </a:bodyPr>
          <a:lstStyle/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Did some quick research on how to search for a file with an unknown extension -&gt; used find / -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iname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‘supersecret*’ to locate it (/root/supersecret) </a:t>
            </a:r>
          </a:p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source: https://unix.stackexchange.com/questions/362292/how-to-find-a-file-from-any-directory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0B62D80-3DAF-32B5-2E05-F38142EB3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CCF712-A7AA-A439-4864-F115D58AC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277" y="743328"/>
            <a:ext cx="5816538" cy="173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538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56313-EAA5-06CA-559C-4D97B33F6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3041148-11ED-DD98-827D-A8EBD0F7B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7CD114D-821C-C0F2-3F66-A824FFD74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89D5B8F-CE20-94A8-4904-58A87F280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7AF3DC-F667-0325-D046-03B4176D9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Flag: read contents of supersecret file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169ED1F-F3CA-8380-52B5-365457B85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9E495-44CE-6B12-E529-4509C6FF6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>
            <a:normAutofit fontScale="92500" lnSpcReduction="10000"/>
          </a:bodyPr>
          <a:lstStyle/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cat on the file reveals unreadable contents</a:t>
            </a:r>
          </a:p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the file command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revelas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file is 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gzip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compressed file</a:t>
            </a:r>
          </a:p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Then by doing a little research on how to read the uncompressed contents, I tried a few commands until “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zcat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supersecret” revealed its contents (highlighted) source: https://www.gnu.org/software/gzip/manual/gzip.html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C1FB95-949C-3810-363C-DF71E82EC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4C197A-AC8E-C322-E80C-F5ADEE02E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379" y="1490980"/>
            <a:ext cx="7243077" cy="16981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EFB368-6D56-DDCF-F7AA-16C2BA854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379" y="3794761"/>
            <a:ext cx="7255030" cy="11657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3FC662-2372-0C6F-1803-7FB146FF2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7195" y="4742379"/>
            <a:ext cx="1505843" cy="14997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1C73D09-00B1-BE5A-AE02-63879C0493C0}"/>
                  </a:ext>
                </a:extLst>
              </p14:cNvPr>
              <p14:cNvContentPartPr/>
              <p14:nvPr/>
            </p14:nvContentPartPr>
            <p14:xfrm>
              <a:off x="10075467" y="4707147"/>
              <a:ext cx="1620360" cy="580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1C73D09-00B1-BE5A-AE02-63879C0493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57467" y="4689147"/>
                <a:ext cx="1656000" cy="61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1173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27BD6A-33A8-18BB-FECB-49BC35A8B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B341BFE-AEB1-D28B-BF85-FA41E44F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BE791A5-6362-FCBE-88AA-AC7DE9A06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857B85A-1335-CDFA-713B-1E5967274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A5095E-47D8-004C-0411-5C9AB4EB9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Flag: enumerate users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90B969D-625E-5E91-509B-E6FCBB42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0F7E6-3696-B91F-ACCA-B06397ECC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>
            <a:normAutofit lnSpcReduction="10000"/>
          </a:bodyPr>
          <a:lstStyle/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Doing some research, I found out that the users are listed in the passwd file so I used cat /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etc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/passwd which was not super readable</a:t>
            </a:r>
          </a:p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 by researching more, I used the “awk –F: ‘{print $1}’ /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etc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/passwd command to show a list all non-system users. Source: https://linuxize.com/post/how-to-list-users-in-linux/</a:t>
            </a:r>
          </a:p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303251-1525-5F29-C0EA-C5FBD94D4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4B59A-ACB2-FF6D-3FB9-B7D5BDFAB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421" y="2317648"/>
            <a:ext cx="7464271" cy="23661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B5D3C2-FFEE-A90D-9F7B-E3A11B67A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556" y="2864465"/>
            <a:ext cx="1505843" cy="14997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4D7848E-F3CE-CC33-B624-D4F404807199}"/>
                  </a:ext>
                </a:extLst>
              </p14:cNvPr>
              <p14:cNvContentPartPr/>
              <p14:nvPr/>
            </p14:nvContentPartPr>
            <p14:xfrm>
              <a:off x="8805027" y="2638227"/>
              <a:ext cx="1136160" cy="989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4D7848E-F3CE-CC33-B624-D4F4048071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87027" y="2620587"/>
                <a:ext cx="1171800" cy="102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8669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4B2C9-CE08-9C85-B6D7-7F9A4EC53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3807346-5181-381B-1EB2-AEED5AAC9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5007E10-872F-71E7-6FAE-711132DF1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8A6AC81D-BB32-986E-39AA-818FBD6BA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D07D6-0764-A71F-01F0-63A48BD4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Flag: create a new user with root privileges 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25BC5C5-6114-B26E-7DE8-46334F99C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3134A-C083-8D89-3827-44901704D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>
            <a:normAutofit/>
          </a:bodyPr>
          <a:lstStyle/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adduser to create a user with my name</a:t>
            </a:r>
          </a:p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“sudo usermod –aG sudo callahano” to add my user to the sudo group for root privilege </a:t>
            </a:r>
          </a:p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Verified I am now a member of the sudo group with the “getent group sudo” command</a:t>
            </a:r>
          </a:p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DD4933D-49FB-17FD-7F2B-AA71F27C0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44C3E7-1367-ADAF-7B29-52B243EB0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171" y="533849"/>
            <a:ext cx="6173375" cy="32297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34633F-9798-65C8-8D1F-887546935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979" y="3970470"/>
            <a:ext cx="6164957" cy="17934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634A65-27BD-A3DE-FED3-2C6D214FB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828" y="4471073"/>
            <a:ext cx="1505843" cy="14997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4799DF7-EA91-BEDC-A7CF-73317506456B}"/>
                  </a:ext>
                </a:extLst>
              </p14:cNvPr>
              <p14:cNvContentPartPr/>
              <p14:nvPr/>
            </p14:nvContentPartPr>
            <p14:xfrm>
              <a:off x="11040267" y="3622107"/>
              <a:ext cx="1051200" cy="1730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4799DF7-EA91-BEDC-A7CF-7331750645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22627" y="3604467"/>
                <a:ext cx="1086840" cy="176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139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B2556-A970-E3CF-670D-E385FD14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608F849-0A7E-1F92-F847-7CA18C0B9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6494083-0490-563A-DFC2-A575DA591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5832102-1518-7CA6-354E-37D9B0451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9232F-CFBB-4AAD-0B8F-CCA214716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Flag: login with new credentials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3C06181-658B-3B36-33E6-5725383F7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D9DC1-8703-1792-6621-255B26ED7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>
            <a:normAutofit/>
          </a:bodyPr>
          <a:lstStyle/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“ su – callahano” to login to my new user &amp; whoami to verify </a:t>
            </a:r>
          </a:p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94E5A2-07EA-B25D-737D-710C0CDAE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CCB7D3-246C-E95F-38A9-966379916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01" y="1627131"/>
            <a:ext cx="5532448" cy="2365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E54270-8185-F98C-5E69-83F088FD8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006" y="2649344"/>
            <a:ext cx="1505843" cy="14997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3DA852E-6C3B-A254-6A8C-6AC1F4D86231}"/>
                  </a:ext>
                </a:extLst>
              </p14:cNvPr>
              <p14:cNvContentPartPr/>
              <p14:nvPr/>
            </p14:nvContentPartPr>
            <p14:xfrm>
              <a:off x="9381027" y="1924347"/>
              <a:ext cx="1370880" cy="14626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3DA852E-6C3B-A254-6A8C-6AC1F4D862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63027" y="1906347"/>
                <a:ext cx="1406520" cy="149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5285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DC14B1-B701-ECFB-F8E8-C65729EAF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2A70DF6-32FF-BC0A-5949-16AF32A81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EE317F5-654A-599F-F9D0-0AECA9221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C3BFC92-EC92-63E2-2F09-63FA8CF68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3E63A-8169-08BB-28AA-1FA5456EE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Flags: uploading a file to a server/ modifying the servers webpage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CE8111B-78FF-CC8C-C8CD-AEDD92BEA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051DE-AE2D-8BD9-3A32-C358D98FF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>
            <a:normAutofit fontScale="92500" lnSpcReduction="10000"/>
          </a:bodyPr>
          <a:lstStyle/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decided to do both of these together as I was having an issue trying to use nano to edit the default webpages .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php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file</a:t>
            </a:r>
          </a:p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First I started 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meterpreter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session with the target</a:t>
            </a:r>
          </a:p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After doing some digging, I found that the servers default webpage was the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index.php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file in /var/www – Source: https://askubuntu.com/questions/413310/where-to-find-default-test-page-for-apache2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42CA557-B17D-9C15-4374-E8002C7C1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78B383-A6B1-C7B3-6A22-F067D3224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981" y="858972"/>
            <a:ext cx="7134525" cy="497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50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7DACE-232F-936D-C2BE-907C87B32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9A70F57-626A-B50A-85DA-F3AAA3860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05854C4-1657-512C-927D-1A672F41B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724EC42-5C87-1062-22EE-EE9895F68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533D98-76F3-E1CD-DAEC-A0FAA3304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Flags: uploading a file to a server/ modifying the servers webpage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045DA92-8051-1A52-83A9-6D3EFEE9B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014C8-C071-4D41-1DE8-3B662FCD6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>
            <a:normAutofit/>
          </a:bodyPr>
          <a:lstStyle/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Next, I simply copied the html from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index.php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a new text file on my ubuntu box. I added a header saying “Cal was here”  and saved it to my machine as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index.php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69C99C-C6FB-E99C-BF5A-50254B9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4A1AF-E811-9684-76A3-34D027A47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56" y="433301"/>
            <a:ext cx="7103733" cy="553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880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CA5AE-2FD8-16EB-5C4B-E60F77B3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2E2C2E7-49BA-E1BF-A6DF-73FB4887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CDE9201-8A44-9D55-39CF-335EA5886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07EDFD1-590B-FC2C-17FA-6225462E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D18BD-8682-7CBE-9BF5-BD237073B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Flags: uploading a file to a server/ modifying the servers webpage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687D1EF-EA0E-AAF3-8FCF-922D19127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9364E-0FE6-AF43-1DE3-CC64D0AD6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>
            <a:normAutofit fontScale="92500"/>
          </a:bodyPr>
          <a:lstStyle/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After saving the file, I took a shot in the dark by using the upload command in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meterpreter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I was uncertain if it would work if I tried uploading a file where a preexisting one with the same name existed, but it appeared to work. </a:t>
            </a:r>
          </a:p>
          <a:p>
            <a:pPr marL="285750" indent="-28575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Source: https://www.offsec.com/metasploit-unleashed/meterpreter-basics/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36E1BF2-EFFB-9C19-9113-82659DB65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351BCF-05DF-9EA9-4204-576A9DE13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048" y="2460232"/>
            <a:ext cx="7021886" cy="10697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E48121-757D-AEFB-97FF-57CFF5FEF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148" y="3885328"/>
            <a:ext cx="1505843" cy="14997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07C2B3C-84A5-370B-5885-0A1AF49525BB}"/>
                  </a:ext>
                </a:extLst>
              </p14:cNvPr>
              <p14:cNvContentPartPr/>
              <p14:nvPr/>
            </p14:nvContentPartPr>
            <p14:xfrm>
              <a:off x="7298427" y="3381267"/>
              <a:ext cx="1598760" cy="1135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07C2B3C-84A5-370B-5885-0A1AF49525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80427" y="3363627"/>
                <a:ext cx="1634400" cy="117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6013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EC969-5616-1B28-50D9-8913137E7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75D43D-B4DA-732B-D562-CE367A35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516836"/>
            <a:ext cx="3100136" cy="19602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rgbClr val="4A5F77"/>
                </a:solidFill>
              </a:rPr>
              <a:t>Flags: uploading a file to a server/ modifying the servers webpage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8346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DEF73-83FD-B6A2-3C84-C418AC711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371" y="2790855"/>
            <a:ext cx="3084844" cy="3311766"/>
          </a:xfrm>
        </p:spPr>
        <p:txBody>
          <a:bodyPr vert="horz" lIns="0" tIns="45720" rIns="0" bIns="45720" rtlCol="0">
            <a:normAutofit/>
          </a:bodyPr>
          <a:lstStyle/>
          <a:p>
            <a:pPr marL="285750" indent="-285750">
              <a:lnSpc>
                <a:spcPct val="100000"/>
              </a:lnSpc>
              <a:buFont typeface="Calibri" panose="020F050202020403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cat on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index.php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post upload showed that my uploaded file overwrote the original.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F3494A-3392-B69D-E15D-03CB08423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660" y="1037024"/>
            <a:ext cx="8212791" cy="4783951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7A3E0404-86A9-40FA-8DB8-302414EE2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5992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2DAD57-143E-E598-7AC0-70B14927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9F20858A-949D-0129-A74F-5E3B74A8A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770CC03-6A5E-1C05-D775-122CE9E73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49BC1719-E4DE-4616-CF32-8A23270E0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A442E4-0DB0-1AB6-69AA-8906BBC27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516836"/>
            <a:ext cx="3100136" cy="19602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rgbClr val="4A5F77"/>
                </a:solidFill>
              </a:rPr>
              <a:t>Flags: uploading a file to a server/ modifying the servers webpage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FC3D170-B90A-C965-0D9F-33A89DBE0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8346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C415F-7B96-BE93-881F-35D94705E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371" y="2790855"/>
            <a:ext cx="3084844" cy="3311766"/>
          </a:xfrm>
        </p:spPr>
        <p:txBody>
          <a:bodyPr vert="horz" lIns="0" tIns="45720" rIns="0" bIns="45720" rtlCol="0">
            <a:normAutofit/>
          </a:bodyPr>
          <a:lstStyle/>
          <a:p>
            <a:pPr marL="285750" indent="-285750">
              <a:lnSpc>
                <a:spcPct val="100000"/>
              </a:lnSpc>
              <a:buFont typeface="Calibri" panose="020F050202020403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Now when I open the default webpage for the server (http://10.0.2.5), my changes are displayed: 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FE0D850-340C-F0FD-F0E1-E3885E66C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39F450-CBF6-B2F9-948C-6137C1AE0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867" y="537882"/>
            <a:ext cx="6142148" cy="53519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3BEF56C-228F-2DCD-0134-D19C670506E4}"/>
                  </a:ext>
                </a:extLst>
              </p14:cNvPr>
              <p14:cNvContentPartPr/>
              <p14:nvPr/>
            </p14:nvContentPartPr>
            <p14:xfrm>
              <a:off x="4878507" y="3913347"/>
              <a:ext cx="1065240" cy="59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3BEF56C-228F-2DCD-0134-D19C670506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24867" y="3805707"/>
                <a:ext cx="117288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6E130B3-6C0F-3CDB-05D5-58489A09006A}"/>
                  </a:ext>
                </a:extLst>
              </p14:cNvPr>
              <p14:cNvContentPartPr/>
              <p14:nvPr/>
            </p14:nvContentPartPr>
            <p14:xfrm>
              <a:off x="6380787" y="1016067"/>
              <a:ext cx="561960" cy="19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6E130B3-6C0F-3CDB-05D5-58489A0900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27147" y="908067"/>
                <a:ext cx="669600" cy="23472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B1DA252-5F25-2C9C-1D29-F889A67D50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5941" y="3970379"/>
            <a:ext cx="1505843" cy="14997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1953811-192A-9788-F414-B8C3758ECF51}"/>
                  </a:ext>
                </a:extLst>
              </p14:cNvPr>
              <p14:cNvContentPartPr/>
              <p14:nvPr/>
            </p14:nvContentPartPr>
            <p14:xfrm>
              <a:off x="8297427" y="3464427"/>
              <a:ext cx="1674720" cy="1120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1953811-192A-9788-F414-B8C3758ECF5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79427" y="3446427"/>
                <a:ext cx="1710360" cy="11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97204C5-1E15-7FB3-E816-BF47D2E4AACB}"/>
                  </a:ext>
                </a:extLst>
              </p14:cNvPr>
              <p14:cNvContentPartPr/>
              <p14:nvPr/>
            </p14:nvContentPartPr>
            <p14:xfrm>
              <a:off x="2150067" y="-1710573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97204C5-1E15-7FB3-E816-BF47D2E4AAC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32427" y="-1728213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1626154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3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4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5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6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7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8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9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10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1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1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13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14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{4F84253D-76C9-48F5-B624-1114F76A12D2}tf33845126_win32</Template>
  <TotalTime>1553</TotalTime>
  <Words>719</Words>
  <Application>Microsoft Office PowerPoint</Application>
  <PresentationFormat>Widescreen</PresentationFormat>
  <Paragraphs>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Bookman Old Style</vt:lpstr>
      <vt:lpstr>Calibri</vt:lpstr>
      <vt:lpstr>Franklin Gothic Book</vt:lpstr>
      <vt:lpstr>1_RetrospectVTI</vt:lpstr>
      <vt:lpstr>ISEC 2025  Final Assignment</vt:lpstr>
      <vt:lpstr>Flag: Show open ports &amp; services running</vt:lpstr>
      <vt:lpstr>Flag: Gain root access</vt:lpstr>
      <vt:lpstr>Flags: exfiltrate confidential.txt and identify its sha256 hash</vt:lpstr>
      <vt:lpstr>Flag: read contents of supersecret file</vt:lpstr>
      <vt:lpstr>Flag: read contents of supersecret file</vt:lpstr>
      <vt:lpstr>Flag: enumerate users</vt:lpstr>
      <vt:lpstr>Flag: create a new user with root privileges </vt:lpstr>
      <vt:lpstr>Flag: login with new credentials</vt:lpstr>
      <vt:lpstr>Flags: uploading a file to a server/ modifying the servers webpage</vt:lpstr>
      <vt:lpstr>Flags: uploading a file to a server/ modifying the servers webpage</vt:lpstr>
      <vt:lpstr>Flags: uploading a file to a server/ modifying the servers webpage</vt:lpstr>
      <vt:lpstr>Flags: uploading a file to a server/ modifying the servers webpage</vt:lpstr>
      <vt:lpstr>Flags: uploading a file to a server/ modifying the servers webpage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O’Quinn,Callahan</dc:creator>
  <cp:lastModifiedBy>O’Quinn,Callahan</cp:lastModifiedBy>
  <cp:revision>2</cp:revision>
  <dcterms:created xsi:type="dcterms:W3CDTF">2025-04-02T17:06:28Z</dcterms:created>
  <dcterms:modified xsi:type="dcterms:W3CDTF">2025-04-03T19:00:02Z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